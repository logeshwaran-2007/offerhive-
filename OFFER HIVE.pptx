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1" r:id="rId1"/>
  </p:sldMasterIdLst>
  <p:sldIdLst>
    <p:sldId id="256" r:id="rId2"/>
    <p:sldId id="257" r:id="rId3"/>
    <p:sldId id="259" r:id="rId4"/>
    <p:sldId id="273" r:id="rId5"/>
    <p:sldId id="260" r:id="rId6"/>
    <p:sldId id="264" r:id="rId7"/>
    <p:sldId id="261" r:id="rId8"/>
    <p:sldId id="265" r:id="rId9"/>
    <p:sldId id="269" r:id="rId10"/>
    <p:sldId id="270" r:id="rId11"/>
    <p:sldId id="268" r:id="rId12"/>
    <p:sldId id="271" r:id="rId13"/>
    <p:sldId id="272" r:id="rId14"/>
    <p:sldId id="262" r:id="rId15"/>
    <p:sldId id="263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logeshwaran81@gmail.com" userId="6106d34e4c2da6b2" providerId="LiveId" clId="{2D2B1A34-0766-4997-91A2-5E73E0FCAE40}"/>
    <pc:docChg chg="undo redo custSel addSld delSld modSld sldOrd">
      <pc:chgData name="rlogeshwaran81@gmail.com" userId="6106d34e4c2da6b2" providerId="LiveId" clId="{2D2B1A34-0766-4997-91A2-5E73E0FCAE40}" dt="2026-03-18T13:33:45.057" v="343" actId="680"/>
      <pc:docMkLst>
        <pc:docMk/>
      </pc:docMkLst>
      <pc:sldChg chg="new">
        <pc:chgData name="rlogeshwaran81@gmail.com" userId="6106d34e4c2da6b2" providerId="LiveId" clId="{2D2B1A34-0766-4997-91A2-5E73E0FCAE40}" dt="2026-03-18T13:33:45.057" v="343" actId="680"/>
        <pc:sldMkLst>
          <pc:docMk/>
          <pc:sldMk cId="2481817301" sldId="273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AF998D-510F-4E00-BA40-FF007499F2C6}" type="datetimeFigureOut">
              <a:rPr lang="en-IN" smtClean="0"/>
              <a:t>18-03-2026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C7E067-B595-4234-A03D-FEA8F14266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344955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AF998D-510F-4E00-BA40-FF007499F2C6}" type="datetimeFigureOut">
              <a:rPr lang="en-IN" smtClean="0"/>
              <a:t>18-03-2026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C7E067-B595-4234-A03D-FEA8F14266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496861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AF998D-510F-4E00-BA40-FF007499F2C6}" type="datetimeFigureOut">
              <a:rPr lang="en-IN" smtClean="0"/>
              <a:t>18-03-2026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C7E067-B595-4234-A03D-FEA8F14266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027902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AF998D-510F-4E00-BA40-FF007499F2C6}" type="datetimeFigureOut">
              <a:rPr lang="en-IN" smtClean="0"/>
              <a:t>18-03-2026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C7E067-B595-4234-A03D-FEA8F14266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958241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AF998D-510F-4E00-BA40-FF007499F2C6}" type="datetimeFigureOut">
              <a:rPr lang="en-IN" smtClean="0"/>
              <a:t>18-03-2026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C7E067-B595-4234-A03D-FEA8F14266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702907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AF998D-510F-4E00-BA40-FF007499F2C6}" type="datetimeFigureOut">
              <a:rPr lang="en-IN" smtClean="0"/>
              <a:t>18-03-2026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C7E067-B595-4234-A03D-FEA8F14266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42582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AF998D-510F-4E00-BA40-FF007499F2C6}" type="datetimeFigureOut">
              <a:rPr lang="en-IN" smtClean="0"/>
              <a:t>18-03-2026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C7E067-B595-4234-A03D-FEA8F14266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705755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AF998D-510F-4E00-BA40-FF007499F2C6}" type="datetimeFigureOut">
              <a:rPr lang="en-IN" smtClean="0"/>
              <a:t>18-03-2026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C7E067-B595-4234-A03D-FEA8F14266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056319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AF998D-510F-4E00-BA40-FF007499F2C6}" type="datetimeFigureOut">
              <a:rPr lang="en-IN" smtClean="0"/>
              <a:t>18-03-2026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C7E067-B595-4234-A03D-FEA8F14266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54753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AF998D-510F-4E00-BA40-FF007499F2C6}" type="datetimeFigureOut">
              <a:rPr lang="en-IN" smtClean="0"/>
              <a:t>18-03-2026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C7E067-B595-4234-A03D-FEA8F14266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640138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AF998D-510F-4E00-BA40-FF007499F2C6}" type="datetimeFigureOut">
              <a:rPr lang="en-IN" smtClean="0"/>
              <a:t>18-03-2026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C7E067-B595-4234-A03D-FEA8F1426637}" type="slidenum">
              <a:rPr lang="en-IN" smtClean="0"/>
              <a:t>‹#›</a:t>
            </a:fld>
            <a:endParaRPr lang="en-IN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63447186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AF998D-510F-4E00-BA40-FF007499F2C6}" type="datetimeFigureOut">
              <a:rPr lang="en-IN" smtClean="0"/>
              <a:t>18-03-2026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C7E067-B595-4234-A03D-FEA8F14266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9102682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AF998D-510F-4E00-BA40-FF007499F2C6}" type="datetimeFigureOut">
              <a:rPr lang="en-IN" smtClean="0"/>
              <a:t>18-03-2026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C7E067-B595-4234-A03D-FEA8F1426637}" type="slidenum">
              <a:rPr lang="en-IN" smtClean="0"/>
              <a:t>‹#›</a:t>
            </a:fld>
            <a:endParaRPr lang="en-IN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54607905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AF998D-510F-4E00-BA40-FF007499F2C6}" type="datetimeFigureOut">
              <a:rPr lang="en-IN" smtClean="0"/>
              <a:t>18-03-2026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C7E067-B595-4234-A03D-FEA8F14266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0920147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AF998D-510F-4E00-BA40-FF007499F2C6}" type="datetimeFigureOut">
              <a:rPr lang="en-IN" smtClean="0"/>
              <a:t>18-03-2026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C7E067-B595-4234-A03D-FEA8F14266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6973886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AF998D-510F-4E00-BA40-FF007499F2C6}" type="datetimeFigureOut">
              <a:rPr lang="en-IN" smtClean="0"/>
              <a:t>18-03-2026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C7E067-B595-4234-A03D-FEA8F14266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19300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8AF998D-510F-4E00-BA40-FF007499F2C6}" type="datetimeFigureOut">
              <a:rPr lang="en-IN" smtClean="0"/>
              <a:t>18-03-2026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99C7E067-B595-4234-A03D-FEA8F14266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46331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2" r:id="rId1"/>
    <p:sldLayoutId id="2147483703" r:id="rId2"/>
    <p:sldLayoutId id="2147483704" r:id="rId3"/>
    <p:sldLayoutId id="2147483705" r:id="rId4"/>
    <p:sldLayoutId id="2147483706" r:id="rId5"/>
    <p:sldLayoutId id="2147483707" r:id="rId6"/>
    <p:sldLayoutId id="2147483708" r:id="rId7"/>
    <p:sldLayoutId id="2147483709" r:id="rId8"/>
    <p:sldLayoutId id="2147483710" r:id="rId9"/>
    <p:sldLayoutId id="2147483711" r:id="rId10"/>
    <p:sldLayoutId id="2147483712" r:id="rId11"/>
    <p:sldLayoutId id="2147483713" r:id="rId12"/>
    <p:sldLayoutId id="2147483714" r:id="rId13"/>
    <p:sldLayoutId id="2147483715" r:id="rId14"/>
    <p:sldLayoutId id="2147483716" r:id="rId15"/>
    <p:sldLayoutId id="2147483717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6887ED-4F3F-EB14-2C85-3555BB3169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68558" y="318053"/>
            <a:ext cx="6062868" cy="844825"/>
          </a:xfrm>
        </p:spPr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OFFER HIVE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8781857-7309-58CD-B64D-F1AC1583BA26}"/>
              </a:ext>
            </a:extLst>
          </p:cNvPr>
          <p:cNvSpPr txBox="1"/>
          <p:nvPr/>
        </p:nvSpPr>
        <p:spPr>
          <a:xfrm>
            <a:off x="1272209" y="2385391"/>
            <a:ext cx="7513982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DHIVYADHARSAN A          2403917724421012</a:t>
            </a:r>
          </a:p>
          <a:p>
            <a:endParaRPr lang="en-US" b="1" dirty="0"/>
          </a:p>
          <a:p>
            <a:r>
              <a:rPr lang="en-US" b="1" dirty="0"/>
              <a:t>IYYAPPAN K                    2403917724421018</a:t>
            </a:r>
          </a:p>
          <a:p>
            <a:endParaRPr lang="en-US" b="1" dirty="0"/>
          </a:p>
          <a:p>
            <a:r>
              <a:rPr lang="en-IN" b="1" dirty="0"/>
              <a:t>LOGESHWARAN R           2403917724421022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9756113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F0B813C-8B3A-3CA3-1FF5-57AAB8593FF6}"/>
              </a:ext>
            </a:extLst>
          </p:cNvPr>
          <p:cNvSpPr txBox="1"/>
          <p:nvPr/>
        </p:nvSpPr>
        <p:spPr>
          <a:xfrm>
            <a:off x="337930" y="816638"/>
            <a:ext cx="9372600" cy="37240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Introduction</a:t>
            </a:r>
          </a:p>
          <a:p>
            <a:endParaRPr lang="en-US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Offer Hive is a web-based platform connecting local restaurants, boutique stores, and customers.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It provides a centralized space for posting and discovering combo offers (Food and Fashion).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Promotes community commerce by empowering local business visibility.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Features: location-based search, intuitive UI, secure transactions, and scalable design.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445537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B1E82CB-C92B-4EF5-F985-33449E73105D}"/>
              </a:ext>
            </a:extLst>
          </p:cNvPr>
          <p:cNvSpPr txBox="1"/>
          <p:nvPr/>
        </p:nvSpPr>
        <p:spPr>
          <a:xfrm>
            <a:off x="834887" y="1043610"/>
            <a:ext cx="8378687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Problem Statement</a:t>
            </a:r>
          </a:p>
          <a:p>
            <a:endParaRPr lang="en-US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Local small businesses lack visibility in the digital marketplace.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Customers struggle to find local deals easily.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Existing promotions on social media are unorganized and scattered.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Need for a unified, user-friendly platform that connects both sides effectively.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94180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818173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">
            <a:extLst>
              <a:ext uri="{FF2B5EF4-FFF2-40B4-BE49-F238E27FC236}">
                <a16:creationId xmlns:a16="http://schemas.microsoft.com/office/drawing/2014/main" id="{2C810DC4-0C96-93F7-B9A5-8705D35D61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6104" y="1061604"/>
            <a:ext cx="8060634" cy="2893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2000" b="1" dirty="0">
                <a:latin typeface="Trebuchet MS" panose="020B0603020202020204" pitchFamily="34" charset="0"/>
                <a:cs typeface="Times New Roman" panose="02020603050405020304" pitchFamily="18" charset="0"/>
              </a:rPr>
              <a:t>Gap Identified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No dedicated app for both food and fashion combo deals.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Low visibility for small, local businesses.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No direct payment and order management for small vendors.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Missing admin moderation and analytics for fair platform control.</a:t>
            </a:r>
          </a:p>
          <a:p>
            <a:pPr lvl="2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kumimoji="0" lang="en-US" altLang="en-US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583311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E50070A2-1C93-4719-6A79-4C65DDE5F09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23691870"/>
              </p:ext>
            </p:extLst>
          </p:nvPr>
        </p:nvGraphicFramePr>
        <p:xfrm>
          <a:off x="1709530" y="1361660"/>
          <a:ext cx="8030817" cy="386632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676939">
                  <a:extLst>
                    <a:ext uri="{9D8B030D-6E8A-4147-A177-3AD203B41FA5}">
                      <a16:colId xmlns:a16="http://schemas.microsoft.com/office/drawing/2014/main" val="1947339238"/>
                    </a:ext>
                  </a:extLst>
                </a:gridCol>
                <a:gridCol w="2676939">
                  <a:extLst>
                    <a:ext uri="{9D8B030D-6E8A-4147-A177-3AD203B41FA5}">
                      <a16:colId xmlns:a16="http://schemas.microsoft.com/office/drawing/2014/main" val="3320158939"/>
                    </a:ext>
                  </a:extLst>
                </a:gridCol>
                <a:gridCol w="2676939">
                  <a:extLst>
                    <a:ext uri="{9D8B030D-6E8A-4147-A177-3AD203B41FA5}">
                      <a16:colId xmlns:a16="http://schemas.microsoft.com/office/drawing/2014/main" val="210511309"/>
                    </a:ext>
                  </a:extLst>
                </a:gridCol>
              </a:tblGrid>
              <a:tr h="1288774">
                <a:tc>
                  <a:txBody>
                    <a:bodyPr/>
                    <a:lstStyle/>
                    <a:p>
                      <a:endParaRPr lang="en-US" dirty="0"/>
                    </a:p>
                    <a:p>
                      <a:r>
                        <a:rPr lang="en-US" dirty="0"/>
                        <a:t>          Platform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  <a:p>
                      <a:r>
                        <a:rPr lang="en-IN" dirty="0"/>
                        <a:t>Focus Area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  <a:p>
                      <a:r>
                        <a:rPr lang="en-IN" dirty="0"/>
                        <a:t>Limitation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73720871"/>
                  </a:ext>
                </a:extLst>
              </a:tr>
              <a:tr h="1288774">
                <a:tc>
                  <a:txBody>
                    <a:bodyPr/>
                    <a:lstStyle/>
                    <a:p>
                      <a:endParaRPr lang="en-US" dirty="0"/>
                    </a:p>
                    <a:p>
                      <a:r>
                        <a:rPr lang="en-IN" b="0" dirty="0"/>
                        <a:t>Zomato / Swiggy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  <a:p>
                      <a:r>
                        <a:rPr lang="en-IN" dirty="0"/>
                        <a:t>Food only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  <a:p>
                      <a:r>
                        <a:rPr lang="en-US" dirty="0"/>
                        <a:t>Not for multi-category local offers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81196406"/>
                  </a:ext>
                </a:extLst>
              </a:tr>
              <a:tr h="1288774">
                <a:tc>
                  <a:txBody>
                    <a:bodyPr/>
                    <a:lstStyle/>
                    <a:p>
                      <a:endParaRPr lang="en-US"/>
                    </a:p>
                    <a:p>
                      <a:r>
                        <a:rPr lang="en-IN"/>
                        <a:t>Nearbuy / Groupon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Premium deals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IN" dirty="0"/>
                    </a:p>
                    <a:p>
                      <a:r>
                        <a:rPr lang="en-IN" dirty="0"/>
                        <a:t>Limited for small vendors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28773135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EA4CAB77-889F-0071-9BE0-0DAE5D1AA62B}"/>
              </a:ext>
            </a:extLst>
          </p:cNvPr>
          <p:cNvSpPr txBox="1"/>
          <p:nvPr/>
        </p:nvSpPr>
        <p:spPr>
          <a:xfrm>
            <a:off x="1302027" y="675861"/>
            <a:ext cx="525368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/>
              <a:t>Existing Apps / Methodologies</a:t>
            </a:r>
          </a:p>
        </p:txBody>
      </p:sp>
    </p:spTree>
    <p:extLst>
      <p:ext uri="{BB962C8B-B14F-4D97-AF65-F5344CB8AC3E}">
        <p14:creationId xmlns:p14="http://schemas.microsoft.com/office/powerpoint/2010/main" val="24275527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B389028-C68E-9043-7946-BFAF70F247D7}"/>
              </a:ext>
            </a:extLst>
          </p:cNvPr>
          <p:cNvSpPr txBox="1"/>
          <p:nvPr/>
        </p:nvSpPr>
        <p:spPr>
          <a:xfrm>
            <a:off x="914401" y="904461"/>
            <a:ext cx="7076660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Project Modules </a:t>
            </a:r>
          </a:p>
          <a:p>
            <a:endParaRPr lang="en-US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Authentication Module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User Management Module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Offer Management Module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Offer Browsing &amp; Search Module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Ordering Module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Payment Module</a:t>
            </a:r>
          </a:p>
        </p:txBody>
      </p:sp>
    </p:spTree>
    <p:extLst>
      <p:ext uri="{BB962C8B-B14F-4D97-AF65-F5344CB8AC3E}">
        <p14:creationId xmlns:p14="http://schemas.microsoft.com/office/powerpoint/2010/main" val="25724784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A84FA9-59E1-61AC-0B12-F869B2422CC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85969" y="4553712"/>
            <a:ext cx="8288032" cy="1096316"/>
          </a:xfrm>
        </p:spPr>
        <p:txBody>
          <a:bodyPr>
            <a:normAutofit/>
          </a:bodyPr>
          <a:lstStyle/>
          <a:p>
            <a:pPr algn="ctr"/>
            <a:r>
              <a:rPr lang="en-US" sz="4800">
                <a:latin typeface="Times New Roman" panose="02020603050405020304" pitchFamily="18" charset="0"/>
                <a:cs typeface="Times New Roman" panose="02020603050405020304" pitchFamily="18" charset="0"/>
              </a:rPr>
              <a:t>Login Test</a:t>
            </a:r>
            <a:endParaRPr lang="en-IN" sz="4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9" name="Picture 18" descr="A screenshot of a computer&#10;&#10;AI-generated content may be incorrect.">
            <a:extLst>
              <a:ext uri="{FF2B5EF4-FFF2-40B4-BE49-F238E27FC236}">
                <a16:creationId xmlns:a16="http://schemas.microsoft.com/office/drawing/2014/main" id="{29F56C88-8515-DD8A-5E05-63C564BD8B2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670" b="1"/>
          <a:stretch>
            <a:fillRect/>
          </a:stretch>
        </p:blipFill>
        <p:spPr>
          <a:xfrm>
            <a:off x="734771" y="653143"/>
            <a:ext cx="8750873" cy="38442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34426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656960-15F3-953D-E017-000CA693E26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85969" y="4553712"/>
            <a:ext cx="8288032" cy="1096316"/>
          </a:xfrm>
        </p:spPr>
        <p:txBody>
          <a:bodyPr>
            <a:normAutofit/>
          </a:bodyPr>
          <a:lstStyle/>
          <a:p>
            <a:pPr algn="ctr"/>
            <a:r>
              <a:rPr lang="en-US" sz="4800"/>
              <a:t>Offer Searching</a:t>
            </a:r>
            <a:endParaRPr lang="en-IN" sz="4800"/>
          </a:p>
        </p:txBody>
      </p: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57B1B706-352C-0998-AB38-7CF0CACEF05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100" r="-2" b="-2"/>
          <a:stretch>
            <a:fillRect/>
          </a:stretch>
        </p:blipFill>
        <p:spPr>
          <a:xfrm>
            <a:off x="620394" y="602901"/>
            <a:ext cx="8915491" cy="39165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546687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023996-4364-9ABE-1E10-8C31D7C59DF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85969" y="4473227"/>
            <a:ext cx="8288032" cy="1096648"/>
          </a:xfrm>
        </p:spPr>
        <p:txBody>
          <a:bodyPr>
            <a:normAutofit/>
          </a:bodyPr>
          <a:lstStyle/>
          <a:p>
            <a:pPr algn="l"/>
            <a:r>
              <a:rPr lang="en-US" sz="4800" dirty="0"/>
              <a:t>Cart(customer </a:t>
            </a:r>
            <a:r>
              <a:rPr lang="en-US" sz="4800"/>
              <a:t>Dasboard</a:t>
            </a:r>
            <a:r>
              <a:rPr lang="en-US" sz="4800" dirty="0"/>
              <a:t>)</a:t>
            </a:r>
            <a:endParaRPr lang="en-IN" sz="4800"/>
          </a:p>
        </p:txBody>
      </p: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BBE5B18E-1F77-64CB-A72F-A9E9D36F53B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051" r="12157"/>
          <a:stretch>
            <a:fillRect/>
          </a:stretch>
        </p:blipFill>
        <p:spPr>
          <a:xfrm>
            <a:off x="985968" y="609600"/>
            <a:ext cx="8288033" cy="3635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51963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5CCDDF-9043-ADEA-A18B-20FDC394D70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85969" y="4553712"/>
            <a:ext cx="8288032" cy="1096316"/>
          </a:xfrm>
        </p:spPr>
        <p:txBody>
          <a:bodyPr>
            <a:normAutofit fontScale="90000"/>
          </a:bodyPr>
          <a:lstStyle/>
          <a:p>
            <a:pPr algn="ctr"/>
            <a:r>
              <a:rPr lang="en-US" sz="4800" dirty="0"/>
              <a:t>Payment(Customer Dashboard)</a:t>
            </a:r>
            <a:endParaRPr lang="en-IN" sz="4800" dirty="0"/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785EB55E-F789-B056-660F-3A232B00BFD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9063" y="743578"/>
            <a:ext cx="9258032" cy="37032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18731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1C7C33CB-A9EC-1A5B-8941-930291427A2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737" y="422787"/>
            <a:ext cx="10391621" cy="373943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47673D6-2D1A-5B68-258F-EA3DD587DA5A}"/>
              </a:ext>
            </a:extLst>
          </p:cNvPr>
          <p:cNvSpPr txBox="1"/>
          <p:nvPr/>
        </p:nvSpPr>
        <p:spPr>
          <a:xfrm>
            <a:off x="3313472" y="5378245"/>
            <a:ext cx="419264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solidFill>
                  <a:schemeClr val="accent1"/>
                </a:solidFill>
              </a:rPr>
              <a:t>Seller Dashboard</a:t>
            </a:r>
            <a:endParaRPr lang="en-IN" sz="3600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1813146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35ED23-2256-F5D0-E231-8E90B2728B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018502" y="5388077"/>
            <a:ext cx="5675397" cy="842166"/>
          </a:xfrm>
        </p:spPr>
        <p:txBody>
          <a:bodyPr/>
          <a:lstStyle/>
          <a:p>
            <a:r>
              <a:rPr lang="en-US" dirty="0"/>
              <a:t>Offer(Seller side)</a:t>
            </a:r>
            <a:endParaRPr lang="en-IN" dirty="0"/>
          </a:p>
        </p:txBody>
      </p: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4424DBD7-27C0-FB47-16A0-6C589C3715A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2206" y="488749"/>
            <a:ext cx="10467264" cy="41156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027473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2114B06-87D4-EA7A-1DA9-F8FEBFA4C334}"/>
              </a:ext>
            </a:extLst>
          </p:cNvPr>
          <p:cNvSpPr txBox="1"/>
          <p:nvPr/>
        </p:nvSpPr>
        <p:spPr>
          <a:xfrm>
            <a:off x="502418" y="813916"/>
            <a:ext cx="12073380" cy="23391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Conclusion</a:t>
            </a:r>
          </a:p>
          <a:p>
            <a:endParaRPr lang="en-US" b="1" dirty="0"/>
          </a:p>
          <a:p>
            <a:r>
              <a:rPr lang="en-US" dirty="0"/>
              <a:t>Offer Hive bridges the digital gap between local businesses and customers.</a:t>
            </a:r>
          </a:p>
          <a:p>
            <a:endParaRPr lang="en-US" dirty="0"/>
          </a:p>
          <a:p>
            <a:r>
              <a:rPr lang="en-US" dirty="0"/>
              <a:t>Promotes community-based commerce and economic growth.</a:t>
            </a:r>
          </a:p>
          <a:p>
            <a:endParaRPr lang="en-US" dirty="0"/>
          </a:p>
          <a:p>
            <a:r>
              <a:rPr lang="en-US" dirty="0"/>
              <a:t>Offers scalable, secure, and user-friendly design.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9357160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" name="Group 39">
            <a:extLst>
              <a:ext uri="{FF2B5EF4-FFF2-40B4-BE49-F238E27FC236}">
                <a16:creationId xmlns:a16="http://schemas.microsoft.com/office/drawing/2014/main" id="{28460BD8-AE3F-4AC9-9D0B-717052AA5D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54420CFE-F482-466E-9E1E-C78513C0B85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5331032B-BD21-4BDA-920C-12E3580525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1" name="Rectangle 23">
              <a:extLst>
                <a:ext uri="{FF2B5EF4-FFF2-40B4-BE49-F238E27FC236}">
                  <a16:creationId xmlns:a16="http://schemas.microsoft.com/office/drawing/2014/main" id="{E7514DA3-59E7-409E-8A3B-AD097F6E564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42" name="Rectangle 25">
              <a:extLst>
                <a:ext uri="{FF2B5EF4-FFF2-40B4-BE49-F238E27FC236}">
                  <a16:creationId xmlns:a16="http://schemas.microsoft.com/office/drawing/2014/main" id="{57B9A2A6-3BE4-4599-9364-F71C5BFD61F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43" name="Isosceles Triangle 42">
              <a:extLst>
                <a:ext uri="{FF2B5EF4-FFF2-40B4-BE49-F238E27FC236}">
                  <a16:creationId xmlns:a16="http://schemas.microsoft.com/office/drawing/2014/main" id="{4FD744C6-4ED8-4BC9-BF68-6BDF701C5DB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44" name="Rectangle 27">
              <a:extLst>
                <a:ext uri="{FF2B5EF4-FFF2-40B4-BE49-F238E27FC236}">
                  <a16:creationId xmlns:a16="http://schemas.microsoft.com/office/drawing/2014/main" id="{092C5BAD-C911-4F8F-A1C5-470268BE66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45" name="Rectangle 28">
              <a:extLst>
                <a:ext uri="{FF2B5EF4-FFF2-40B4-BE49-F238E27FC236}">
                  <a16:creationId xmlns:a16="http://schemas.microsoft.com/office/drawing/2014/main" id="{B133D0C8-4EC4-424F-8E70-0482D5B1B65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46" name="Rectangle 29">
              <a:extLst>
                <a:ext uri="{FF2B5EF4-FFF2-40B4-BE49-F238E27FC236}">
                  <a16:creationId xmlns:a16="http://schemas.microsoft.com/office/drawing/2014/main" id="{7B1532A0-F4B3-4DE8-B18F-740CAAD25A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47" name="Isosceles Triangle 46">
              <a:extLst>
                <a:ext uri="{FF2B5EF4-FFF2-40B4-BE49-F238E27FC236}">
                  <a16:creationId xmlns:a16="http://schemas.microsoft.com/office/drawing/2014/main" id="{8EFDD162-BBBA-4062-8BBF-53DBA109137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48" name="Isosceles Triangle 47">
              <a:extLst>
                <a:ext uri="{FF2B5EF4-FFF2-40B4-BE49-F238E27FC236}">
                  <a16:creationId xmlns:a16="http://schemas.microsoft.com/office/drawing/2014/main" id="{DCFC9E65-3E19-4483-B952-25D29683CA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</p:grpSp>
      <p:sp useBgFill="1">
        <p:nvSpPr>
          <p:cNvPr id="49" name="Rectangle 48">
            <a:extLst>
              <a:ext uri="{FF2B5EF4-FFF2-40B4-BE49-F238E27FC236}">
                <a16:creationId xmlns:a16="http://schemas.microsoft.com/office/drawing/2014/main" id="{0ADFFC45-3DC9-4433-926F-043E879D9D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50" name="Group 49">
            <a:extLst>
              <a:ext uri="{FF2B5EF4-FFF2-40B4-BE49-F238E27FC236}">
                <a16:creationId xmlns:a16="http://schemas.microsoft.com/office/drawing/2014/main" id="{B5F26A87-0610-435F-AA13-BD658385C9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267230" y="-8468"/>
            <a:ext cx="4763558" cy="6866467"/>
            <a:chOff x="67175" y="-8467"/>
            <a:chExt cx="4763558" cy="6866467"/>
          </a:xfrm>
        </p:grpSpPr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E6321436-5AAD-4FB6-BB0D-316D4540E82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448300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94B0BD33-3D46-4F43-947A-825DFEF610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67175" y="3681413"/>
              <a:ext cx="4763558" cy="3176587"/>
            </a:xfrm>
            <a:prstGeom prst="line">
              <a:avLst/>
            </a:prstGeom>
            <a:ln w="9525">
              <a:solidFill>
                <a:schemeClr val="tx1">
                  <a:lumMod val="50000"/>
                  <a:lumOff val="50000"/>
                  <a:alpha val="8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Rectangle 23">
              <a:extLst>
                <a:ext uri="{FF2B5EF4-FFF2-40B4-BE49-F238E27FC236}">
                  <a16:creationId xmlns:a16="http://schemas.microsoft.com/office/drawing/2014/main" id="{92E26C27-E1F5-47DC-9F83-469D196C55D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258764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52" name="Rectangle 25">
              <a:extLst>
                <a:ext uri="{FF2B5EF4-FFF2-40B4-BE49-F238E27FC236}">
                  <a16:creationId xmlns:a16="http://schemas.microsoft.com/office/drawing/2014/main" id="{95F944E7-2B4E-4AE2-B4DB-846FF8AE0B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80730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7" name="Isosceles Triangle 26">
              <a:extLst>
                <a:ext uri="{FF2B5EF4-FFF2-40B4-BE49-F238E27FC236}">
                  <a16:creationId xmlns:a16="http://schemas.microsoft.com/office/drawing/2014/main" id="{FF14952D-390F-46CC-B302-73DDD9C4160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09621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53" name="Rectangle 27">
              <a:extLst>
                <a:ext uri="{FF2B5EF4-FFF2-40B4-BE49-F238E27FC236}">
                  <a16:creationId xmlns:a16="http://schemas.microsoft.com/office/drawing/2014/main" id="{867CDE55-B22A-40D0-882A-9452919EEC2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411788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9" name="Isosceles Triangle 28">
              <a:extLst>
                <a:ext uri="{FF2B5EF4-FFF2-40B4-BE49-F238E27FC236}">
                  <a16:creationId xmlns:a16="http://schemas.microsoft.com/office/drawing/2014/main" id="{8C409231-C942-4808-B529-DAC32A7DB0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448954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45E7A937-9339-1579-266E-098BC6051CA4}"/>
              </a:ext>
            </a:extLst>
          </p:cNvPr>
          <p:cNvSpPr txBox="1"/>
          <p:nvPr/>
        </p:nvSpPr>
        <p:spPr>
          <a:xfrm>
            <a:off x="677335" y="1282701"/>
            <a:ext cx="5096060" cy="430714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r">
              <a:spcBef>
                <a:spcPct val="0"/>
              </a:spcBef>
              <a:spcAft>
                <a:spcPts val="600"/>
              </a:spcAft>
            </a:pPr>
            <a:r>
              <a:rPr lang="en-US" sz="540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THANK YOU</a:t>
            </a:r>
          </a:p>
        </p:txBody>
      </p:sp>
      <p:sp>
        <p:nvSpPr>
          <p:cNvPr id="31" name="Freeform: Shape 30">
            <a:extLst>
              <a:ext uri="{FF2B5EF4-FFF2-40B4-BE49-F238E27FC236}">
                <a16:creationId xmlns:a16="http://schemas.microsoft.com/office/drawing/2014/main" id="{69370F01-B8C9-4CE4-824C-92B2792E6E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136497" y="-8468"/>
            <a:ext cx="5074930" cy="6866468"/>
          </a:xfrm>
          <a:custGeom>
            <a:avLst/>
            <a:gdLst>
              <a:gd name="connsiteX0" fmla="*/ 0 w 5074930"/>
              <a:gd name="connsiteY0" fmla="*/ 0 h 6858000"/>
              <a:gd name="connsiteX1" fmla="*/ 1249825 w 5074930"/>
              <a:gd name="connsiteY1" fmla="*/ 0 h 6858000"/>
              <a:gd name="connsiteX2" fmla="*/ 1249825 w 5074930"/>
              <a:gd name="connsiteY2" fmla="*/ 8457 h 6858000"/>
              <a:gd name="connsiteX3" fmla="*/ 5074930 w 5074930"/>
              <a:gd name="connsiteY3" fmla="*/ 8457 h 6858000"/>
              <a:gd name="connsiteX4" fmla="*/ 5074930 w 5074930"/>
              <a:gd name="connsiteY4" fmla="*/ 6858000 h 6858000"/>
              <a:gd name="connsiteX5" fmla="*/ 1249825 w 5074930"/>
              <a:gd name="connsiteY5" fmla="*/ 6858000 h 6858000"/>
              <a:gd name="connsiteX6" fmla="*/ 1109383 w 5074930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074930" h="6858000">
                <a:moveTo>
                  <a:pt x="0" y="0"/>
                </a:moveTo>
                <a:lnTo>
                  <a:pt x="1249825" y="0"/>
                </a:lnTo>
                <a:lnTo>
                  <a:pt x="1249825" y="8457"/>
                </a:lnTo>
                <a:lnTo>
                  <a:pt x="5074930" y="8457"/>
                </a:lnTo>
                <a:lnTo>
                  <a:pt x="5074930" y="6858000"/>
                </a:lnTo>
                <a:lnTo>
                  <a:pt x="1249825" y="6858000"/>
                </a:lnTo>
                <a:lnTo>
                  <a:pt x="1109383" y="68580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1668422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104</TotalTime>
  <Words>251</Words>
  <Application>Microsoft Office PowerPoint</Application>
  <PresentationFormat>Widescreen</PresentationFormat>
  <Paragraphs>78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Arial</vt:lpstr>
      <vt:lpstr>Times New Roman</vt:lpstr>
      <vt:lpstr>Trebuchet MS</vt:lpstr>
      <vt:lpstr>Wingdings 3</vt:lpstr>
      <vt:lpstr>Facet</vt:lpstr>
      <vt:lpstr>OFFER HIVE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Login Test</vt:lpstr>
      <vt:lpstr>Offer Searching</vt:lpstr>
      <vt:lpstr>Cart(customer Dasboard)</vt:lpstr>
      <vt:lpstr>Payment(Customer Dashboard)</vt:lpstr>
      <vt:lpstr>PowerPoint Presentation</vt:lpstr>
      <vt:lpstr>Offer(Seller side)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rlogeshwaran81@gmail.com</dc:creator>
  <cp:lastModifiedBy>rlogeshwaran81@gmail.com</cp:lastModifiedBy>
  <cp:revision>1</cp:revision>
  <dcterms:created xsi:type="dcterms:W3CDTF">2025-11-03T12:22:11Z</dcterms:created>
  <dcterms:modified xsi:type="dcterms:W3CDTF">2026-03-18T13:33:55Z</dcterms:modified>
</cp:coreProperties>
</file>